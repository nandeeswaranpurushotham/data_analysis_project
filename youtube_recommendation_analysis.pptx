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YouTube Recommendation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Dataset summary, insights, and project-ready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2860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</a:rPr>
              <a:t>995,000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impression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325880"/>
            <a:ext cx="22860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</a:rPr>
              <a:t>99,990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unique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25880"/>
            <a:ext cx="22860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</a:rPr>
              <a:t>50,000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unique videos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325880"/>
            <a:ext cx="22860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</a:rPr>
              <a:t>30.1%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click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697480"/>
            <a:ext cx="27432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</a:rPr>
              <a:t>74.9%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average watch percent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697480"/>
            <a:ext cx="27432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</a:rPr>
              <a:t>5.0%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subscription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697480"/>
            <a:ext cx="27432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F172A"/>
                </a:solidFill>
              </a:rPr>
              <a:t>49.6%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full watch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69080"/>
            <a:ext cx="105156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Core story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Engagement is fairly consistent across the dataset, with stable click and watch behavior.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Evening and night sessions are slightly stronger than morning and afternoon.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Longer videos gain more raw watch time, but completion percent falls as duration increases.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Most important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What stands out from the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949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Insight 1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Click rate is about 30 percent, which means roughly 3 in 10 impressions lead to a click.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3949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Insight 2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Average watch percent is about 75 percent and almost half of all views reach full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53949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Insight 3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Subscriptions are rare at about 5 percent, so conversion is much harder than initial engagement.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246120"/>
            <a:ext cx="53949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Insight 4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The data looks balanced across categories and devices, which suggests the recommendation system is broadly even.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Category performance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Differences are small, but useful for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109728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Category | Rows | Click rate | Watch percent | Sub rate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Gaming | 124506 | 0.300 | 0.749 | 0.051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Comedy | 124467 | 0.300 | 0.749 | 0.050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News | 123920 | 0.303 | 0.747 | 0.051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Music | 123851 | 0.300 | 0.749 | 0.049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Tech | 123735 | 0.302 | 0.748 | 0.050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Sports | 123644 | 0.303 | 0.749 | 0.051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Lifestyle | 123457 | 0.299 | 0.750 | 0.049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Education | 123331 | 0.300 | 0.749 | 0.049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Time of day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When the audience is most responsive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8992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Watch time of day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Morning - click 0.300, watch 0.747, sub 0.050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Afternoon - click 0.300, watch 0.749, sub 0.050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Evening - click 0.301, watch 0.749, sub 0.050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Night - click 0.302, watch 0.750, sub 0.050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577840"/>
            <a:ext cx="100584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Takeaway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Evening and night are the best time windows in this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Recommendations for 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Use these as your conclusion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94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Recommendation 1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Optimize recommendations using both click rate and watch percent.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5394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Recommendation 2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Use shorter videos when completion rate matters most.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539496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Recommendation 3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Prioritize evening and night delivery windows for important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11880"/>
            <a:ext cx="539496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</a:rPr>
              <a:t>Recommendation 4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Focus on post-watch conversion because subscriptions are the hardest metric to improve.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